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B7010-AF9E-D5CA-F33E-FDED8B81A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9A3FA9-CFA9-3DE6-D6FF-006562353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6F230-EA5C-320B-FA60-994CE5BFE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39A40-4FA7-42E7-8097-7ABE0BA87857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F1391-4FEE-6113-319C-B3292A068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3ED9F-3CC1-A89B-2276-3A9753101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FA7DE-50A1-46FA-85C4-A8734A779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048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0386B-70E2-0F15-C823-ADF8716F8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336F2-31A8-FD75-32EC-4AE44A6D0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40BC2-6F65-7A4B-7890-7E7319B68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39A40-4FA7-42E7-8097-7ABE0BA87857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853BC-5B64-28F6-24F0-2B0E43F90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56A8F-97F2-780F-0EED-2A20F5F5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FA7DE-50A1-46FA-85C4-A8734A779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16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480A5-2F8A-F2E5-D143-D368803AB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DD894-6C9D-6354-1F76-8A58D37C6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8FA0A-CEC2-8E9A-915A-867D844DE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39A40-4FA7-42E7-8097-7ABE0BA87857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62134-ABF4-D077-CC40-8467D575E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87CC4-2540-A4DA-2547-A4A5A5F79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FA7DE-50A1-46FA-85C4-A8734A779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710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07CF9-590F-B414-EB3B-6BEEF67D9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BDEBC-B54D-6604-B9D4-44846B6C44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742129-6D5B-26C4-B55F-2E7755972A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AD412-C46C-3CDB-D908-09A21FC7F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39A40-4FA7-42E7-8097-7ABE0BA87857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4A673-C98C-70A0-522E-FBA2FCA84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C0611-C0E3-D972-A805-3E8D8B59D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FA7DE-50A1-46FA-85C4-A8734A779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672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AAAA7-33AA-75FB-CE01-A90C11818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4CD7C-F87D-2042-05F8-8DD853FD9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A3F58E-B6BE-2AB7-9087-BB0F566CB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BB36F-8A7F-32EE-74AF-7B14B50924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E6FF6A-8225-7CB1-EC41-70A219DD4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4EDEA6-5095-FF74-5493-16380DA25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39A40-4FA7-42E7-8097-7ABE0BA87857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712A38-198C-EA74-D13F-B3EEC50F5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52DA72-099E-F6F1-8467-2A84A8F74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FA7DE-50A1-46FA-85C4-A8734A779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039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0FB89-070E-DA5E-4F0A-E16714968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BCF29-EDEA-063B-8169-62233A90C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39A40-4FA7-42E7-8097-7ABE0BA87857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650B93-06F9-E8C2-26A4-1AF48A4BB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0B738-98C8-FCE7-ABEE-8D0BFE3EB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FA7DE-50A1-46FA-85C4-A8734A779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4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702F1A-0E75-52E3-76AF-0F1B09CF7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39A40-4FA7-42E7-8097-7ABE0BA87857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E4FF25-F5C3-7651-8C50-B58880AFF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88DB6-B3C0-FED8-1E72-0EB4C6C20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FA7DE-50A1-46FA-85C4-A8734A779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48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52174-F51D-9734-6858-47C01A17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40CD0-73BB-A51A-DDF1-B3380FCE4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CC2DD9-C8EF-A1D0-E4CE-85B414E33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D3DAEE-C090-C1DA-3EB7-EFD766B2B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39A40-4FA7-42E7-8097-7ABE0BA87857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367AE8-D48B-BA6D-5BB9-90C93D54F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611F2-10B0-924C-CB68-2CD11C167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FA7DE-50A1-46FA-85C4-A8734A779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323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8BE6-157B-70BD-820B-21EDEA0CC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DFF6E5-258F-4C2A-2A41-512AF8210D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C90D31-4B01-4C48-9D4A-E8DA59F58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76D53-0BFA-CF0B-EDB5-0BA1153BB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39A40-4FA7-42E7-8097-7ABE0BA87857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779D4-80E1-DDD1-5B09-6A8B9A672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FF9EE-F1A1-6CF8-A457-C3EFBBFC3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FA7DE-50A1-46FA-85C4-A8734A779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86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6D2CC-08CD-501B-5CE2-AA6D72CCF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E682D1-3597-4FE1-2F4A-6EDAF4F05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55511-AA98-826D-811A-AF75B152B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39A40-4FA7-42E7-8097-7ABE0BA87857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36AF0-E0C4-FDFD-71FD-2A29AEE4A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E2FC3-0C74-2F20-7C9F-6CA406B8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FA7DE-50A1-46FA-85C4-A8734A779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79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656BBE-E214-AA7A-35EA-0BD7B3340A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8F3B6E-20BE-E466-2E7A-45C63F87D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FFE94-0B58-7C3D-5747-CF1CA2CC5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39A40-4FA7-42E7-8097-7ABE0BA87857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DAA56-5C18-C5FB-42E9-4DF751186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CC4AE-9F83-19F8-65E3-8D291FD28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FA7DE-50A1-46FA-85C4-A8734A779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4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E9ADD7-EEB4-7D65-60C8-F567EE890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5197D-BF08-5D31-6B62-4DB7B9DFC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30F72-DE65-8B5A-2D78-E3C9B41BD3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39A40-4FA7-42E7-8097-7ABE0BA87857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5A2D7-21EF-42AB-D6F6-06BC13C69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618C8-E57D-1C94-0B18-EB48E80D9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FA7DE-50A1-46FA-85C4-A8734A779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68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DD904-7F6B-BC3C-EC5F-5F93D323BA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4125" y="293615"/>
            <a:ext cx="9051721" cy="947955"/>
          </a:xfrm>
        </p:spPr>
        <p:txBody>
          <a:bodyPr>
            <a:norm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Output test cases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F8C8CB-9644-953C-562A-4D6AAF9E3E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FFC587-5F7B-1591-EE7B-7379D454E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738" y="1309899"/>
            <a:ext cx="9144000" cy="423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84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6E4E7-7272-6B3E-FCCD-F42F95E3F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7612E1-DDBA-9733-1D77-2DC94A1E00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10899" cy="434858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085216-54C3-9B2D-D453-5AA243992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797" y="0"/>
            <a:ext cx="6169256" cy="434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804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Algerian</vt:lpstr>
      <vt:lpstr>Arial</vt:lpstr>
      <vt:lpstr>Calibri</vt:lpstr>
      <vt:lpstr>Calibri Light</vt:lpstr>
      <vt:lpstr>Office Theme</vt:lpstr>
      <vt:lpstr>Output test cases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Lokendra Sahu</dc:creator>
  <cp:lastModifiedBy>Lokendra Sahu</cp:lastModifiedBy>
  <cp:revision>1</cp:revision>
  <dcterms:created xsi:type="dcterms:W3CDTF">2026-01-08T06:19:30Z</dcterms:created>
  <dcterms:modified xsi:type="dcterms:W3CDTF">2026-01-08T06:19:37Z</dcterms:modified>
</cp:coreProperties>
</file>